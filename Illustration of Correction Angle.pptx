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00CC00"/>
    <a:srgbClr val="00FF00"/>
    <a:srgbClr val="808080"/>
    <a:srgbClr val="B2B2B2"/>
    <a:srgbClr val="DDDDDD"/>
    <a:srgbClr val="E600FE"/>
    <a:srgbClr val="FF6709"/>
    <a:srgbClr val="CE7C04"/>
    <a:srgbClr val="FF86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C713DF-608D-488A-89CC-D754126EE7F6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4BC7B5-EC37-485B-9DBB-FDF5D57DC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017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BC7B5-EC37-485B-9DBB-FDF5D57DCD5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117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85E01-A6DF-B162-5990-4F691C50A9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36F3D7-7009-C7A0-99F5-52B534BE4A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A81DF-8DDA-F76F-002A-01623F779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41C50-C169-48FA-A03E-FC77B214CE48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D19AD-8C1A-0F34-250D-C4E130D5D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9D7BA-41AD-C10F-4388-7A5F819F1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5FA75-6F33-4A75-9C81-103B458E9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281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1D0D8-8243-B1D8-CEC9-A16133FC9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76E55-89C1-EDD0-DA64-C0FAEE6D3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FBEA6-63D8-A698-DEEA-5C54D02DF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41C50-C169-48FA-A03E-FC77B214CE48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8CD26-6060-1605-7028-7A6520EC6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E8CAB-2CFB-E135-292F-59AF03EA3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5FA75-6F33-4A75-9C81-103B458E9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689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C3D1F-6278-7752-A8B6-25CEDB47C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91B737-1A0D-14C8-BFE8-5B498B1895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BD379-CDCF-7BC4-C659-1C46D10D0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41C50-C169-48FA-A03E-FC77B214CE48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AB58A-4304-86F0-162B-95C9C0A35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99C39-BBFF-3E91-6139-AB85657D4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5FA75-6F33-4A75-9C81-103B458E9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758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ADC6A-11F5-F6AB-E43F-3C1CA0EEE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FAF18-2B24-F983-352D-D1DDDF0FE2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FD870A-C0B2-4DE1-3AAB-8C6F388CCB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8385DC-7EB6-E3A5-FFBF-D8E1263C5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41C50-C169-48FA-A03E-FC77B214CE48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C61073-1432-1726-83B9-6979291AE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AD92DE-8BD5-ABF6-5255-79C775AE3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5FA75-6F33-4A75-9C81-103B458E9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223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472B4-9ABC-578A-A640-37C8C4703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1847A-19CF-528E-E3E1-11585FCFB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A041FD-0D79-3533-9626-6F1F73A83E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3ABF82-E83C-F30E-1D7D-FF841393AD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85EA7E-7698-F97C-FBA7-52C8C2E444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294E2D-1A4F-A16B-F250-08DABC10E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41C50-C169-48FA-A03E-FC77B214CE48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CF94A8-BCFD-81A8-AA16-F3E183CE4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FC82FD-92D8-6B5D-9E5B-C29AC804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5FA75-6F33-4A75-9C81-103B458E9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231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0D53E-16F8-DEFA-D113-780B42178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5D652C-C8EE-27A2-BB19-3A20D78A2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41C50-C169-48FA-A03E-FC77B214CE48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D69BFC-0BAB-F6F6-752D-5650922AD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7F64DC-41FC-409E-2097-51A2D651D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5FA75-6F33-4A75-9C81-103B458E9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455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3C7ECA-9730-BF1E-55F7-AB97ABBA6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41C50-C169-48FA-A03E-FC77B214CE48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72C19D-86F7-E29F-2D2F-9344FCB53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BFBA52-6446-FC3B-DD85-B08FCAC36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5FA75-6F33-4A75-9C81-103B458E9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38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66867-5418-40EC-1064-D5A34C277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8B651-8CA9-CEB0-225A-ED1E831F7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8BEE10-16B7-6448-64D6-A921925FF1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E6DD2-7F3A-05E1-2D05-1B2F0552C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41C50-C169-48FA-A03E-FC77B214CE48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5EB259-DDFC-03E6-EFC8-2D222D653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7D16CD-7DFA-0F36-D9DE-5BC65C9A4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5FA75-6F33-4A75-9C81-103B458E9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92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4A171-FD7C-86B5-FC54-3FADA65B9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D1C628-313C-B122-F914-1F155717B5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E51ECC-470D-2911-680B-A29CF8134D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3B0C5F-1ABE-CB31-B9F6-AE12803E9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41C50-C169-48FA-A03E-FC77B214CE48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9111E2-E613-0F05-2668-5019176D6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6389CB-256A-BBB5-BA79-7B9B5E6C1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5FA75-6F33-4A75-9C81-103B458E9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16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B4984-40AE-3EE5-911E-C947BC3CF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32C427-02F1-925C-841B-DC5E8165F5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B5E03-1A6C-2806-A1D7-C2B889389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41C50-C169-48FA-A03E-FC77B214CE48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732F5-21B5-67B7-2F06-3B0A3FECF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83C58-D8F6-EA02-A9C1-667DC3E78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5FA75-6F33-4A75-9C81-103B458E9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324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EA966B-C37C-5085-15FF-1D05D63776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ADC1D7-32D0-84BE-EB06-118150BF6F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415C8-11F7-8805-FBF9-61EFC56D3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41C50-C169-48FA-A03E-FC77B214CE48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CD9EC-6194-FFA9-AABB-B959854C0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C2B5B9-1C7E-23A0-3400-7102F4498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5FA75-6F33-4A75-9C81-103B458E9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350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12EA8B-FB4F-8C2E-C3F6-8B6F3B5CD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ED5591-A693-6324-8BFC-F606A8D422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76CCC-1229-3052-13FE-66B36FDEE1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041C50-C169-48FA-A03E-FC77B214CE48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BB202B-C60C-564E-A8FC-65CEF62DDB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CC85F-1101-7E50-A299-67D8047BCA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F5FA75-6F33-4A75-9C81-103B458E9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589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ar: 32 Points 8">
            <a:extLst>
              <a:ext uri="{FF2B5EF4-FFF2-40B4-BE49-F238E27FC236}">
                <a16:creationId xmlns:a16="http://schemas.microsoft.com/office/drawing/2014/main" id="{14A071B0-D88E-634A-B48E-6BC030A3F769}"/>
              </a:ext>
            </a:extLst>
          </p:cNvPr>
          <p:cNvSpPr/>
          <p:nvPr/>
        </p:nvSpPr>
        <p:spPr>
          <a:xfrm>
            <a:off x="1127752" y="91196"/>
            <a:ext cx="4336026" cy="4281946"/>
          </a:xfrm>
          <a:prstGeom prst="star32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8B004778-4FC0-B713-BBDA-4087770A03B5}"/>
              </a:ext>
            </a:extLst>
          </p:cNvPr>
          <p:cNvSpPr/>
          <p:nvPr/>
        </p:nvSpPr>
        <p:spPr>
          <a:xfrm>
            <a:off x="4404360" y="0"/>
            <a:ext cx="7787640" cy="6858000"/>
          </a:xfrm>
          <a:prstGeom prst="parallelogram">
            <a:avLst/>
          </a:prstGeom>
          <a:solidFill>
            <a:srgbClr val="808080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E5C8A30-FAE6-8ED9-78AE-A226E8E515AE}"/>
              </a:ext>
            </a:extLst>
          </p:cNvPr>
          <p:cNvCxnSpPr>
            <a:cxnSpLocks/>
          </p:cNvCxnSpPr>
          <p:nvPr/>
        </p:nvCxnSpPr>
        <p:spPr>
          <a:xfrm>
            <a:off x="5260954" y="3691570"/>
            <a:ext cx="6030410" cy="0"/>
          </a:xfrm>
          <a:prstGeom prst="line">
            <a:avLst/>
          </a:prstGeom>
          <a:ln w="12700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AE2EB4F-5569-0D6C-4C13-CA85CEFDEAA9}"/>
              </a:ext>
            </a:extLst>
          </p:cNvPr>
          <p:cNvCxnSpPr>
            <a:cxnSpLocks/>
          </p:cNvCxnSpPr>
          <p:nvPr/>
        </p:nvCxnSpPr>
        <p:spPr>
          <a:xfrm>
            <a:off x="6253480" y="3691570"/>
            <a:ext cx="3923665" cy="800347"/>
          </a:xfrm>
          <a:prstGeom prst="line">
            <a:avLst/>
          </a:prstGeom>
          <a:ln w="25400" cap="flat" cmpd="sng" algn="ctr">
            <a:solidFill>
              <a:schemeClr val="accent4">
                <a:alpha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E583348-1D58-DE5C-9D18-B6FB5C2510A2}"/>
              </a:ext>
            </a:extLst>
          </p:cNvPr>
          <p:cNvCxnSpPr>
            <a:cxnSpLocks/>
          </p:cNvCxnSpPr>
          <p:nvPr/>
        </p:nvCxnSpPr>
        <p:spPr>
          <a:xfrm>
            <a:off x="6618174" y="4837463"/>
            <a:ext cx="3923665" cy="796130"/>
          </a:xfrm>
          <a:prstGeom prst="line">
            <a:avLst/>
          </a:prstGeom>
          <a:ln w="25400" cap="flat" cmpd="sng" algn="ctr">
            <a:solidFill>
              <a:schemeClr val="accent4">
                <a:alpha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" name="Parallelogram 3">
            <a:extLst>
              <a:ext uri="{FF2B5EF4-FFF2-40B4-BE49-F238E27FC236}">
                <a16:creationId xmlns:a16="http://schemas.microsoft.com/office/drawing/2014/main" id="{82EC4359-6DA3-559F-30CD-863446E1F034}"/>
              </a:ext>
            </a:extLst>
          </p:cNvPr>
          <p:cNvSpPr/>
          <p:nvPr/>
        </p:nvSpPr>
        <p:spPr>
          <a:xfrm rot="19708540">
            <a:off x="6109847" y="3027518"/>
            <a:ext cx="2773657" cy="1171256"/>
          </a:xfrm>
          <a:prstGeom prst="parallelogram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6CA08E8-1F4A-AE3F-9C73-21661C474280}"/>
              </a:ext>
            </a:extLst>
          </p:cNvPr>
          <p:cNvCxnSpPr/>
          <p:nvPr/>
        </p:nvCxnSpPr>
        <p:spPr>
          <a:xfrm>
            <a:off x="10177145" y="4491917"/>
            <a:ext cx="364694" cy="1145893"/>
          </a:xfrm>
          <a:prstGeom prst="line">
            <a:avLst/>
          </a:prstGeom>
          <a:ln w="25400" cap="flat" cmpd="sng" algn="ctr">
            <a:solidFill>
              <a:schemeClr val="accent4">
                <a:alpha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104F191-D69F-2CB5-5A14-552811DB3D5D}"/>
              </a:ext>
            </a:extLst>
          </p:cNvPr>
          <p:cNvCxnSpPr/>
          <p:nvPr/>
        </p:nvCxnSpPr>
        <p:spPr>
          <a:xfrm>
            <a:off x="8732520" y="3539490"/>
            <a:ext cx="0" cy="1297973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D15698-73D8-C086-0E3C-2201AF3A1C19}"/>
              </a:ext>
            </a:extLst>
          </p:cNvPr>
          <p:cNvCxnSpPr>
            <a:cxnSpLocks/>
          </p:cNvCxnSpPr>
          <p:nvPr/>
        </p:nvCxnSpPr>
        <p:spPr>
          <a:xfrm>
            <a:off x="4919241" y="4837464"/>
            <a:ext cx="6030410" cy="0"/>
          </a:xfrm>
          <a:prstGeom prst="line">
            <a:avLst/>
          </a:prstGeom>
          <a:ln w="12700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EFE6D20-1746-A9A1-BA1B-D1432E8E0ED6}"/>
              </a:ext>
            </a:extLst>
          </p:cNvPr>
          <p:cNvCxnSpPr>
            <a:cxnSpLocks/>
          </p:cNvCxnSpPr>
          <p:nvPr/>
        </p:nvCxnSpPr>
        <p:spPr>
          <a:xfrm>
            <a:off x="8732520" y="4837463"/>
            <a:ext cx="1809319" cy="793296"/>
          </a:xfrm>
          <a:prstGeom prst="straightConnector1">
            <a:avLst/>
          </a:prstGeom>
          <a:ln w="28575" cap="flat" cmpd="sng" algn="ctr">
            <a:solidFill>
              <a:srgbClr val="FF6709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F7D6CEF-02BF-2FED-9674-F3C9C7BBA3CF}"/>
              </a:ext>
            </a:extLst>
          </p:cNvPr>
          <p:cNvCxnSpPr>
            <a:cxnSpLocks/>
          </p:cNvCxnSpPr>
          <p:nvPr/>
        </p:nvCxnSpPr>
        <p:spPr>
          <a:xfrm>
            <a:off x="8732520" y="4837463"/>
            <a:ext cx="1543594" cy="0"/>
          </a:xfrm>
          <a:prstGeom prst="straightConnector1">
            <a:avLst/>
          </a:prstGeom>
          <a:ln w="28575" cap="flat" cmpd="sng" algn="ctr">
            <a:solidFill>
              <a:schemeClr val="accent5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5ECA145-DB5B-98D1-0439-85C4038A8F6F}"/>
              </a:ext>
            </a:extLst>
          </p:cNvPr>
          <p:cNvCxnSpPr>
            <a:cxnSpLocks/>
          </p:cNvCxnSpPr>
          <p:nvPr/>
        </p:nvCxnSpPr>
        <p:spPr>
          <a:xfrm>
            <a:off x="8732520" y="3539490"/>
            <a:ext cx="1809319" cy="2094103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5" name="Arc 44">
            <a:extLst>
              <a:ext uri="{FF2B5EF4-FFF2-40B4-BE49-F238E27FC236}">
                <a16:creationId xmlns:a16="http://schemas.microsoft.com/office/drawing/2014/main" id="{1040F79A-2EF5-1971-2CA5-64D42A1965CD}"/>
              </a:ext>
            </a:extLst>
          </p:cNvPr>
          <p:cNvSpPr/>
          <p:nvPr/>
        </p:nvSpPr>
        <p:spPr>
          <a:xfrm rot="6671987" flipH="1">
            <a:off x="10168612" y="5344739"/>
            <a:ext cx="487919" cy="413740"/>
          </a:xfrm>
          <a:prstGeom prst="arc">
            <a:avLst>
              <a:gd name="adj1" fmla="val 3021229"/>
              <a:gd name="adj2" fmla="val 5677054"/>
            </a:avLst>
          </a:prstGeom>
          <a:ln w="9525" cap="flat">
            <a:solidFill>
              <a:srgbClr val="F1EC0E"/>
            </a:solidFill>
            <a:round/>
            <a:headEnd type="arrow" w="sm" len="sm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Arc 59">
            <a:extLst>
              <a:ext uri="{FF2B5EF4-FFF2-40B4-BE49-F238E27FC236}">
                <a16:creationId xmlns:a16="http://schemas.microsoft.com/office/drawing/2014/main" id="{BB6943F2-B92D-76D4-6B90-D9A6F3956A48}"/>
              </a:ext>
            </a:extLst>
          </p:cNvPr>
          <p:cNvSpPr/>
          <p:nvPr/>
        </p:nvSpPr>
        <p:spPr>
          <a:xfrm rot="2786406">
            <a:off x="8790144" y="4644645"/>
            <a:ext cx="389784" cy="424467"/>
          </a:xfrm>
          <a:custGeom>
            <a:avLst/>
            <a:gdLst>
              <a:gd name="csX0" fmla="*/ 325243 w 389784"/>
              <a:gd name="csY0" fmla="*/ 54457 h 424467"/>
              <a:gd name="csX1" fmla="*/ 389529 w 389784"/>
              <a:gd name="csY1" fmla="*/ 223072 h 424467"/>
              <a:gd name="csX2" fmla="*/ 194892 w 389784"/>
              <a:gd name="csY2" fmla="*/ 212234 h 424467"/>
              <a:gd name="csX3" fmla="*/ 325243 w 389784"/>
              <a:gd name="csY3" fmla="*/ 54457 h 424467"/>
              <a:gd name="csX0" fmla="*/ 325243 w 389784"/>
              <a:gd name="csY0" fmla="*/ 54457 h 424467"/>
              <a:gd name="csX1" fmla="*/ 389529 w 389784"/>
              <a:gd name="csY1" fmla="*/ 223072 h 424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89784" h="424467" stroke="0" extrusionOk="0">
                <a:moveTo>
                  <a:pt x="325243" y="54457"/>
                </a:moveTo>
                <a:cubicBezTo>
                  <a:pt x="359688" y="91552"/>
                  <a:pt x="388716" y="160620"/>
                  <a:pt x="389529" y="223072"/>
                </a:cubicBezTo>
                <a:cubicBezTo>
                  <a:pt x="368476" y="206163"/>
                  <a:pt x="283104" y="199908"/>
                  <a:pt x="194892" y="212234"/>
                </a:cubicBezTo>
                <a:cubicBezTo>
                  <a:pt x="216742" y="162048"/>
                  <a:pt x="294101" y="97524"/>
                  <a:pt x="325243" y="54457"/>
                </a:cubicBezTo>
                <a:close/>
              </a:path>
              <a:path w="389784" h="424467" fill="none" extrusionOk="0">
                <a:moveTo>
                  <a:pt x="325243" y="54457"/>
                </a:moveTo>
                <a:cubicBezTo>
                  <a:pt x="373272" y="97757"/>
                  <a:pt x="395603" y="152864"/>
                  <a:pt x="389529" y="223072"/>
                </a:cubicBezTo>
              </a:path>
              <a:path w="389784" h="424467" fill="none" stroke="0" extrusionOk="0">
                <a:moveTo>
                  <a:pt x="325243" y="54457"/>
                </a:moveTo>
                <a:cubicBezTo>
                  <a:pt x="361242" y="93045"/>
                  <a:pt x="402433" y="163921"/>
                  <a:pt x="389529" y="223072"/>
                </a:cubicBezTo>
              </a:path>
            </a:pathLst>
          </a:custGeom>
          <a:ln w="9525">
            <a:solidFill>
              <a:srgbClr val="C00000"/>
            </a:solidFill>
            <a:headEnd type="arrow" w="sm" len="sm"/>
            <a:tailEnd type="arrow" w="sm" len="sm"/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>
                      <a:gd name="adj1" fmla="val 18573767"/>
                      <a:gd name="adj2" fmla="val 191230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C094C6B-CD2A-33C2-3846-AB6555AA5CDB}"/>
              </a:ext>
            </a:extLst>
          </p:cNvPr>
          <p:cNvSpPr txBox="1"/>
          <p:nvPr/>
        </p:nvSpPr>
        <p:spPr>
          <a:xfrm>
            <a:off x="8362537" y="4003810"/>
            <a:ext cx="369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  <a:latin typeface="Arial Rounded MT Bold" panose="020F0704030504030204" pitchFamily="34" charset="0"/>
              </a:rPr>
              <a:t>H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1A89C40-2286-A313-043D-11C910F6FD4C}"/>
              </a:ext>
            </a:extLst>
          </p:cNvPr>
          <p:cNvSpPr txBox="1"/>
          <p:nvPr/>
        </p:nvSpPr>
        <p:spPr>
          <a:xfrm>
            <a:off x="9317258" y="5144361"/>
            <a:ext cx="369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6709"/>
                </a:solidFill>
                <a:latin typeface="Arial Rounded MT Bold" panose="020F0704030504030204" pitchFamily="34" charset="0"/>
              </a:rPr>
              <a:t>D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B209B25-9DD8-638F-F4D4-9BC2CF198306}"/>
              </a:ext>
            </a:extLst>
          </p:cNvPr>
          <p:cNvSpPr txBox="1"/>
          <p:nvPr/>
        </p:nvSpPr>
        <p:spPr>
          <a:xfrm>
            <a:off x="9126271" y="4491917"/>
            <a:ext cx="855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Arial Rounded MT Bold" panose="020F0704030504030204" pitchFamily="34" charset="0"/>
              </a:rPr>
              <a:t>D</a:t>
            </a:r>
            <a:r>
              <a:rPr lang="en-US" sz="800" dirty="0">
                <a:solidFill>
                  <a:schemeClr val="accent5"/>
                </a:solidFill>
                <a:latin typeface="Arial Rounded MT Bold" panose="020F0704030504030204" pitchFamily="34" charset="0"/>
              </a:rPr>
              <a:t>min</a:t>
            </a:r>
            <a:endParaRPr lang="en-US" dirty="0">
              <a:solidFill>
                <a:schemeClr val="accent5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81E66A6-61CD-4B0D-0ABE-D9AD7BBA6F58}"/>
              </a:ext>
            </a:extLst>
          </p:cNvPr>
          <p:cNvSpPr txBox="1"/>
          <p:nvPr/>
        </p:nvSpPr>
        <p:spPr>
          <a:xfrm>
            <a:off x="9151975" y="4832887"/>
            <a:ext cx="5970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Correction Angle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91BF2BC-B514-FF66-06C3-65DA8ED1C1F0}"/>
              </a:ext>
            </a:extLst>
          </p:cNvPr>
          <p:cNvSpPr txBox="1"/>
          <p:nvPr/>
        </p:nvSpPr>
        <p:spPr>
          <a:xfrm>
            <a:off x="10000197" y="5183820"/>
            <a:ext cx="2968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1EC0E"/>
                </a:solidFill>
                <a:latin typeface="Arial Rounded MT Bold" panose="020F0704030504030204" pitchFamily="34" charset="0"/>
              </a:rPr>
              <a:t>θ</a:t>
            </a:r>
            <a:endParaRPr lang="en-US" dirty="0">
              <a:solidFill>
                <a:srgbClr val="F1EC0E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27036F4-F109-AB87-304A-7BAC36EAFD3F}"/>
              </a:ext>
            </a:extLst>
          </p:cNvPr>
          <p:cNvCxnSpPr>
            <a:cxnSpLocks/>
          </p:cNvCxnSpPr>
          <p:nvPr/>
        </p:nvCxnSpPr>
        <p:spPr>
          <a:xfrm>
            <a:off x="10276114" y="4832887"/>
            <a:ext cx="265725" cy="797872"/>
          </a:xfrm>
          <a:prstGeom prst="line">
            <a:avLst/>
          </a:prstGeom>
          <a:ln w="28575">
            <a:solidFill>
              <a:srgbClr val="FF0066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F203268-59E1-6CF6-F79E-FEA9D0DE4271}"/>
              </a:ext>
            </a:extLst>
          </p:cNvPr>
          <p:cNvSpPr txBox="1"/>
          <p:nvPr/>
        </p:nvSpPr>
        <p:spPr>
          <a:xfrm>
            <a:off x="10375570" y="4939989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66"/>
                </a:solidFill>
                <a:latin typeface="Arial Rounded MT Bold" panose="020F0704030504030204" pitchFamily="34" charset="0"/>
              </a:rPr>
              <a:t>D</a:t>
            </a:r>
            <a:r>
              <a:rPr lang="en-US" sz="1000" dirty="0">
                <a:solidFill>
                  <a:srgbClr val="FF0066"/>
                </a:solidFill>
                <a:latin typeface="Arial Rounded MT Bold" panose="020F0704030504030204" pitchFamily="34" charset="0"/>
              </a:rPr>
              <a:t>Lat</a:t>
            </a:r>
            <a:endParaRPr lang="en-US" dirty="0">
              <a:solidFill>
                <a:srgbClr val="FF0066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7789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8</Words>
  <Application>Microsoft Office PowerPoint</Application>
  <PresentationFormat>Widescreen</PresentationFormat>
  <Paragraphs>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Arial Rounded MT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M. A. Qattan</dc:creator>
  <cp:lastModifiedBy>M. A. Qattan</cp:lastModifiedBy>
  <cp:revision>3</cp:revision>
  <dcterms:created xsi:type="dcterms:W3CDTF">2026-05-07T16:22:52Z</dcterms:created>
  <dcterms:modified xsi:type="dcterms:W3CDTF">2026-05-08T20:45:34Z</dcterms:modified>
</cp:coreProperties>
</file>